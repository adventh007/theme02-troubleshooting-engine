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3A9DF-1D1A-C154-A4E7-C323E78B78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076109-83D5-4418-0BDB-80331C2AA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139E8-E5CF-981A-83E8-CB124EB64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4C216-DE62-FF37-F87E-5BB102C97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7678A-95FD-6E6B-4C6C-4FF4FDC68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240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0CFD8-A7C9-FAEC-A39F-BE554DAC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E0EA-C3BB-2ABF-2FED-38361E1A8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7DCB-B6DB-DF32-EB57-B4538F7B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65618-3107-2C3E-B1A3-E42D62FB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0F3FC-1ED7-38B3-929A-343A6422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459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9360E-9B6F-8214-5131-FDDEC895F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EB6FAA-4819-AA11-2AB5-6C5832FFF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09CA0-87A6-A718-DE65-B67149E0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AA28A-262D-AC5C-571D-FED4AB5FB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92E7-E476-0921-5C7F-815489C47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11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1F618-9AE2-0659-14BA-DD66BE026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06E29-1C77-9277-DCC3-9D18142A75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F59E0-6554-10EE-4DE5-D564884D4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DA9EE1-51B8-6F03-DCAD-C7AD92DE4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B80A0-4192-ECFF-A24C-17340530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E4ABB-B504-F325-B550-BC8072911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329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0718-3A97-20F1-1803-58778F64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1548A-925A-B134-8F7E-AB3560E57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0E24D-92A4-C25F-3B7E-ACF3CD72BB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88D82D-B4D3-DBC2-B08B-CDB7CA744C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0F0A33-6601-4789-086B-33BC9493C3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D3C3C3-D161-819B-B03C-5AD5FB45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95785E-3A74-59F1-428E-70B99FD2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D7550C-FCBE-49C5-883A-D382E197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15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96B1-D61B-9341-8D45-795E7D9F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798A04-3D17-2DFD-80B7-FB50C95E8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48990-ADA5-EEC7-ADED-B27EB6D9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9AC9DB-DCD9-997C-ECB4-EB6A2588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5206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EA3EF-2884-032D-739D-8E8F3BB2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D0F525-771F-B653-8AA4-7F21D275B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2795A-026D-7255-682C-D1032FF91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07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58136-80A2-4133-23D2-4BF0732A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7EC72-4E52-862B-855A-93F310D64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051EF-706C-677E-E084-ED428A7A2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76200-0DD6-60FB-CCE3-F436AA39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0F3B6D-0978-5562-CBDF-C45AD521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A918F-353B-9365-D415-62180FF5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9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44615-09A8-105B-92A9-8EA0AA550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70ECEF-B65F-10F3-6EED-7447864E67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28D997-0AE0-43F4-A4E9-4C67D089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804419-3495-DCB4-50C1-E68AAEECE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9FD29-0936-7690-CF22-89458E789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66B1EE-C3A0-F826-3FA7-0D5F4AC6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1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994D-B9D5-422B-EAD0-53B1E6139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D68E6-E5CA-7F68-70D4-8AC381578A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9EF81-0BA3-97AE-DCB1-1A5BE3AE4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095F-C34A-5541-B85F-BAB0544FD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61146-6560-5081-A5DF-F909B564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82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5326F9-79AD-A794-7754-C41069A1C4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92DA10-4977-FC9C-FAE2-A004847A8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19733-B409-E693-F11B-C65CC7D1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7070B-DBFE-AEBE-22F0-8E43318B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01CF0-5CD8-062C-94F9-6B21F5BF4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1722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D3D1-7FAA-3644-219C-C440B819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F8BFB5-13F3-3836-74F7-F2529EFD45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3E2B6-57D1-3589-C33F-044634958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B0EF2-7856-00FE-5336-7F9F22541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35B0C-D772-4DC4-0020-B2C9DC3B2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6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2ACBB-54CF-1572-36A7-9544654B8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66A34-5D38-7E90-1685-0CCE3C96E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28ED-E567-17CE-1A29-BD500890A9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6424D-EEE6-4D9A-9B66-7A58F3431C1E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2B79B-1741-168B-941F-BA9F53A0AE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053AA-C4CE-6F4C-D496-18E9CCC118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BCD02E-17EB-48FC-B128-3609653EEF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9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CF52-3C48-290A-5D36-A2FCE272C7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Smart Guided Troubleshooting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F00F2-6B37-10F9-744D-C1FB67442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/>
              <a:t>Samsung PRISM Generative AI Hackathon (3rd Edition 2026-27)</a:t>
            </a:r>
          </a:p>
          <a:p>
            <a:r>
              <a:rPr lang="en-IN"/>
              <a:t>Theme ID: Theme 02 | Team Name: TWT</a:t>
            </a:r>
          </a:p>
          <a:p>
            <a:r>
              <a:rPr lang="en-IN"/>
              <a:t>College: M. S. Ramaiah Institute of Technology (MSRIT)</a:t>
            </a:r>
          </a:p>
          <a:p>
            <a:r>
              <a:rPr lang="en-IN"/>
              <a:t>Members: Vedanth Ramesh, Sanjay P, Yadav Yashwin, Vasanth Kumar</a:t>
            </a:r>
          </a:p>
          <a:p>
            <a:r>
              <a:rPr lang="en-IN"/>
              <a:t>GitHub: https://github.com/ADVENTH007/theme02-troubleshooting-engine</a:t>
            </a:r>
          </a:p>
        </p:txBody>
      </p:sp>
    </p:spTree>
    <p:extLst>
      <p:ext uri="{BB962C8B-B14F-4D97-AF65-F5344CB8AC3E}">
        <p14:creationId xmlns:p14="http://schemas.microsoft.com/office/powerpoint/2010/main" val="1458877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EB39-818B-BBBE-7C15-AEC585AF9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E630C7-D8D5-07B1-DBFE-DC25EF2C4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01. Problem &amp; Existing Solution Gaps</a:t>
            </a:r>
          </a:p>
          <a:p>
            <a:r>
              <a:rPr lang="en-US"/>
              <a:t>02. Solution &amp; Architecture</a:t>
            </a:r>
          </a:p>
          <a:p>
            <a:r>
              <a:rPr lang="en-US"/>
              <a:t>03. Demo &amp; Product Walkthrough</a:t>
            </a:r>
          </a:p>
          <a:p>
            <a:r>
              <a:rPr lang="en-US"/>
              <a:t>04. Tools &amp; Tech Stack</a:t>
            </a:r>
          </a:p>
          <a:p>
            <a:r>
              <a:rPr lang="en-US"/>
              <a:t>05. Impact &amp; Use Cases</a:t>
            </a:r>
          </a:p>
          <a:p>
            <a:r>
              <a:rPr lang="en-US"/>
              <a:t>06. Innovation &amp; Results</a:t>
            </a:r>
          </a:p>
          <a:p>
            <a:r>
              <a:rPr lang="en-US"/>
              <a:t>07. What's Next</a:t>
            </a:r>
          </a:p>
          <a:p>
            <a:r>
              <a:rPr lang="en-US"/>
              <a:t>08. Differentiation (Brownie Points)</a:t>
            </a:r>
          </a:p>
          <a:p>
            <a:r>
              <a:rPr lang="en-US"/>
              <a:t>09. Submission Checklist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33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1119-C2D6-06AC-7719-9C86C9DC4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Existing Solutions &amp; Technical Gaps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4ECEB-C931-8E4C-9048-2437F5BAC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/>
              <a:t>Existing SIIS Context:</a:t>
            </a:r>
          </a:p>
          <a:p>
            <a:r>
              <a:rPr lang="en-IN"/>
              <a:t>- Samsung SIIS contains valuable, verified troubleshooting content for mobile/display devices.</a:t>
            </a:r>
          </a:p>
          <a:p>
            <a:endParaRPr lang="en-IN"/>
          </a:p>
          <a:p>
            <a:r>
              <a:rPr lang="en-IN"/>
              <a:t>Technical Gaps (Core Issues):</a:t>
            </a:r>
          </a:p>
          <a:p>
            <a:r>
              <a:rPr lang="en-IN"/>
              <a:t>1. Unstructured &amp; Dense Raw HTML Format: SIIS knowledge responses exist as unparsed HTML text, requiring manual parsing and causing UI latency.</a:t>
            </a:r>
          </a:p>
          <a:p>
            <a:r>
              <a:rPr lang="en-IN"/>
              <a:t>2. Lack of Deep Actionable Linking: Search solutions return full articles without isolating individual diagnostic steps or direct Bixby setting deeplinks.</a:t>
            </a:r>
          </a:p>
        </p:txBody>
      </p:sp>
    </p:spTree>
    <p:extLst>
      <p:ext uri="{BB962C8B-B14F-4D97-AF65-F5344CB8AC3E}">
        <p14:creationId xmlns:p14="http://schemas.microsoft.com/office/powerpoint/2010/main" val="301129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DD3A6-43ED-6BDA-95DB-129CFB94D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Our Solution &amp; 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46C40-5D72-B5E4-899C-28E79730DD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/>
              <a:t>Solution Overview:</a:t>
            </a:r>
          </a:p>
          <a:p>
            <a:r>
              <a:rPr lang="en-IN"/>
              <a:t>- High-performance FastAPI REST API parsing SIIS HTML into Goal/Action/StepGroup schemas and mapping queries to Bixby deeplinks.</a:t>
            </a:r>
          </a:p>
          <a:p>
            <a:endParaRPr lang="en-IN"/>
          </a:p>
          <a:p>
            <a:r>
              <a:rPr lang="en-IN"/>
              <a:t>Architecture Flow:</a:t>
            </a:r>
          </a:p>
          <a:p>
            <a:r>
              <a:rPr lang="en-IN"/>
              <a:t>- Input Layer: User query &amp; device context via JSON.</a:t>
            </a:r>
          </a:p>
          <a:p>
            <a:r>
              <a:rPr lang="en-IN"/>
              <a:t>- Hybrid 3-Tier Matching Engine:</a:t>
            </a:r>
          </a:p>
          <a:p>
            <a:r>
              <a:rPr lang="en-IN"/>
              <a:t>  * Tier 1: Exact Match (Hash/Exact phrase)</a:t>
            </a:r>
          </a:p>
          <a:p>
            <a:r>
              <a:rPr lang="en-IN"/>
              <a:t>  * Tier 2: Semantic Match (all-MiniLM-L6-v2 vector embeddings)</a:t>
            </a:r>
          </a:p>
          <a:p>
            <a:r>
              <a:rPr lang="en-IN"/>
              <a:t>  * Tier 3: Lexical Match (TF-IDF &amp; difflib fallback)</a:t>
            </a:r>
          </a:p>
          <a:p>
            <a:r>
              <a:rPr lang="en-IN"/>
              <a:t>- Caching Layer: diskcache indexing for instant retrieval.</a:t>
            </a:r>
          </a:p>
        </p:txBody>
      </p:sp>
    </p:spTree>
    <p:extLst>
      <p:ext uri="{BB962C8B-B14F-4D97-AF65-F5344CB8AC3E}">
        <p14:creationId xmlns:p14="http://schemas.microsoft.com/office/powerpoint/2010/main" val="601813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9D6C7-8DAA-27A6-2246-152EDAC9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Demo &amp; Product Walkthrough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EC60-1F39-BF9E-4F5B-35B101114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GET /health: Healthcheck validation for server liveness.</a:t>
            </a:r>
          </a:p>
          <a:p>
            <a:r>
              <a:rPr lang="en-IN"/>
              <a:t>- POST /v1/troubleshoot: Receives query (e.g., 'My screen won't rotate').</a:t>
            </a:r>
          </a:p>
          <a:p>
            <a:r>
              <a:rPr lang="en-IN"/>
              <a:t>- Interactive Execution: Evaluators hit API via Swagger UI (/docs) or curl.</a:t>
            </a:r>
          </a:p>
          <a:p>
            <a:r>
              <a:rPr lang="en-IN"/>
              <a:t>- Structured JSON Output: Returns parsed step groups, direct bixby:// deeplinks, and latency metrics.</a:t>
            </a:r>
          </a:p>
        </p:txBody>
      </p:sp>
    </p:spTree>
    <p:extLst>
      <p:ext uri="{BB962C8B-B14F-4D97-AF65-F5344CB8AC3E}">
        <p14:creationId xmlns:p14="http://schemas.microsoft.com/office/powerpoint/2010/main" val="280057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8078-B3E3-530F-BECB-709CC65A5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Tools &amp; Tech Stack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B9CBC-E276-BEFE-F0E5-6C4A0E3BF8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Backend: Python 3.12, FastAPI, Uvicorn</a:t>
            </a:r>
          </a:p>
          <a:p>
            <a:r>
              <a:rPr lang="en-IN"/>
              <a:t>- NLP &amp; Machine Learning: PyTorch, Sentence-Transformers (all-MiniLM-L6-v2)</a:t>
            </a:r>
          </a:p>
          <a:p>
            <a:r>
              <a:rPr lang="en-IN"/>
              <a:t>- Fallback Search &amp; Parsing: scikit-learn (TF-IDF), BeautifulSoup4, Regex</a:t>
            </a:r>
          </a:p>
          <a:p>
            <a:r>
              <a:rPr lang="en-IN"/>
              <a:t>- Caching &amp; Performance: diskcache</a:t>
            </a:r>
          </a:p>
          <a:p>
            <a:r>
              <a:rPr lang="en-IN"/>
              <a:t>- DevOps &amp; Deployment: Docker (baked embeddings), Git, GitHub</a:t>
            </a:r>
          </a:p>
        </p:txBody>
      </p:sp>
    </p:spTree>
    <p:extLst>
      <p:ext uri="{BB962C8B-B14F-4D97-AF65-F5344CB8AC3E}">
        <p14:creationId xmlns:p14="http://schemas.microsoft.com/office/powerpoint/2010/main" val="2303867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F91F-E019-DAD0-1CAA-4FF5DF6A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Impact &amp;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387FB-45A7-570D-E1A5-CE2969C845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Sub-Millisecond Speed: Latency reduced from 220ms (cold) to 0.48ms on cached runs.</a:t>
            </a:r>
          </a:p>
          <a:p>
            <a:r>
              <a:rPr lang="en-IN"/>
              <a:t>- Reduced Support Tickets: Resolves repetitive issues via automated step guidance.</a:t>
            </a:r>
          </a:p>
          <a:p>
            <a:r>
              <a:rPr lang="en-IN"/>
              <a:t>- Direct Execution: One-click bixby:// links replace manual menu navigation.</a:t>
            </a:r>
          </a:p>
          <a:p>
            <a:r>
              <a:rPr lang="en-IN"/>
              <a:t>- Zero Hallucinations: Grounded strictly in verified Samsung SIIS content.</a:t>
            </a:r>
          </a:p>
        </p:txBody>
      </p:sp>
    </p:spTree>
    <p:extLst>
      <p:ext uri="{BB962C8B-B14F-4D97-AF65-F5344CB8AC3E}">
        <p14:creationId xmlns:p14="http://schemas.microsoft.com/office/powerpoint/2010/main" val="123826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59AD6-277F-7DA3-0C1D-5F268F28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Innovation, Results &amp;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C8CE1-BE0E-EF07-D3D3-C6C8D5BDA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/>
              <a:t>Innovation Highlights:</a:t>
            </a:r>
          </a:p>
          <a:p>
            <a:r>
              <a:rPr lang="en-IN"/>
              <a:t>- Pre-warmed model weights baked into Docker build.</a:t>
            </a:r>
          </a:p>
          <a:p>
            <a:r>
              <a:rPr lang="en-IN"/>
              <a:t>- 3-tier fallback safety net for offline durability.</a:t>
            </a:r>
          </a:p>
          <a:p>
            <a:endParaRPr lang="en-IN"/>
          </a:p>
          <a:p>
            <a:r>
              <a:rPr lang="en-IN"/>
              <a:t>Observed Results:</a:t>
            </a:r>
          </a:p>
          <a:p>
            <a:r>
              <a:rPr lang="en-IN"/>
              <a:t>- 0.48ms cached latency &amp; 100% schema compliance.</a:t>
            </a:r>
          </a:p>
          <a:p>
            <a:endParaRPr lang="en-IN"/>
          </a:p>
          <a:p>
            <a:r>
              <a:rPr lang="en-IN"/>
              <a:t>Limitations:</a:t>
            </a:r>
          </a:p>
          <a:p>
            <a:r>
              <a:rPr lang="en-IN"/>
              <a:t>- Currently focused on device/display settings; requires expanded rule sets for hardware diagnostics.</a:t>
            </a:r>
          </a:p>
        </p:txBody>
      </p:sp>
    </p:spTree>
    <p:extLst>
      <p:ext uri="{BB962C8B-B14F-4D97-AF65-F5344CB8AC3E}">
        <p14:creationId xmlns:p14="http://schemas.microsoft.com/office/powerpoint/2010/main" val="4110733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D6C45-5792-D034-BFD8-89D0D0A4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What's Next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70A2A-49A1-8CC8-0CB4-F604D5719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Multi-Device IoT Expansion: Integrate SmartThings and wearables content.</a:t>
            </a:r>
          </a:p>
          <a:p>
            <a:r>
              <a:rPr lang="en-IN"/>
              <a:t>- Edge Quantization: Convert embeddings model to ONNX/CoreML for on-device mobile inference.</a:t>
            </a:r>
          </a:p>
          <a:p>
            <a:r>
              <a:rPr lang="en-IN"/>
              <a:t>- Multilingual Support: Add local language translations for global Bixby actions.</a:t>
            </a:r>
          </a:p>
          <a:p>
            <a:r>
              <a:rPr lang="en-IN"/>
              <a:t>- Enterprise CI/CD Pipeline: Automated sync with SIIS content updates.</a:t>
            </a:r>
          </a:p>
        </p:txBody>
      </p:sp>
    </p:spTree>
    <p:extLst>
      <p:ext uri="{BB962C8B-B14F-4D97-AF65-F5344CB8AC3E}">
        <p14:creationId xmlns:p14="http://schemas.microsoft.com/office/powerpoint/2010/main" val="606432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C9FD-940F-9DDF-9B37-CA93ECB9C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Differentiation (Brownie Points)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F3860-F97B-DED4-CA03-177FAB256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- Static SIIS Articles: Raw HTML, slow reading, no direct actions.</a:t>
            </a:r>
          </a:p>
          <a:p>
            <a:r>
              <a:rPr lang="en-IN"/>
              <a:t>- Generic AI Chatbots: Unstructured text, hallucination risk, high cloud API latency.</a:t>
            </a:r>
          </a:p>
          <a:p>
            <a:r>
              <a:rPr lang="en-IN"/>
              <a:t>- Our Smart Guided Engine:</a:t>
            </a:r>
          </a:p>
          <a:p>
            <a:r>
              <a:rPr lang="en-IN"/>
              <a:t>  * Validated Step-Group JSON</a:t>
            </a:r>
          </a:p>
          <a:p>
            <a:r>
              <a:rPr lang="en-IN"/>
              <a:t>  * 100% Grounded &amp; Deterministic</a:t>
            </a:r>
          </a:p>
          <a:p>
            <a:r>
              <a:rPr lang="en-IN"/>
              <a:t>  * Actionable bixby:// Deeplinks</a:t>
            </a:r>
          </a:p>
          <a:p>
            <a:r>
              <a:rPr lang="en-IN"/>
              <a:t>  * Sub-Millisecond Speed (0.48ms)</a:t>
            </a:r>
          </a:p>
        </p:txBody>
      </p:sp>
    </p:spTree>
    <p:extLst>
      <p:ext uri="{BB962C8B-B14F-4D97-AF65-F5344CB8AC3E}">
        <p14:creationId xmlns:p14="http://schemas.microsoft.com/office/powerpoint/2010/main" val="1823140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F7E97-8FE8-D154-9095-8D426889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Submission Readiness Checklist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BCDB1-F70A-8443-AA69-5011E23D0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[X] Working Prototype Code: Public GitHub repository uploaded.</a:t>
            </a:r>
          </a:p>
          <a:p>
            <a:r>
              <a:rPr lang="en-IN"/>
              <a:t>[X] Reproducible Build: Dockerfile with INSTALL_EMBEDDINGS=true.</a:t>
            </a:r>
          </a:p>
          <a:p>
            <a:r>
              <a:rPr lang="en-IN"/>
              <a:t>[X] Documentation: Full README.md with setup instructions.</a:t>
            </a:r>
          </a:p>
          <a:p>
            <a:r>
              <a:rPr lang="en-IN"/>
              <a:t>[X] Video Demo: 5-minute technical presentation prepared.</a:t>
            </a:r>
          </a:p>
          <a:p>
            <a:r>
              <a:rPr lang="en-IN"/>
              <a:t>[X] Presentation: Finalized 11-slide deck formatted.</a:t>
            </a:r>
          </a:p>
        </p:txBody>
      </p:sp>
    </p:spTree>
    <p:extLst>
      <p:ext uri="{BB962C8B-B14F-4D97-AF65-F5344CB8AC3E}">
        <p14:creationId xmlns:p14="http://schemas.microsoft.com/office/powerpoint/2010/main" val="695893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720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Smart Guided Troubleshooting Engine</vt:lpstr>
      <vt:lpstr>Agenda</vt:lpstr>
      <vt:lpstr>Existing Solutions &amp; Technical Gaps</vt:lpstr>
      <vt:lpstr>Our Solution &amp; System Architecture</vt:lpstr>
      <vt:lpstr>Demo &amp; Product Walkthrough</vt:lpstr>
      <vt:lpstr>Tools &amp; Tech Stack</vt:lpstr>
      <vt:lpstr>Impact &amp; Use Cases</vt:lpstr>
      <vt:lpstr>Innovation, Results &amp; Limitations</vt:lpstr>
      <vt:lpstr>What's Next</vt:lpstr>
      <vt:lpstr>Differentiation (Brownie Points)</vt:lpstr>
      <vt:lpstr>Submission Readiness Checklist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vedanthrcia@outlook.com</dc:creator>
  <cp:lastModifiedBy>vedanthrcia@outlook.com</cp:lastModifiedBy>
  <cp:revision>1</cp:revision>
  <dcterms:created xsi:type="dcterms:W3CDTF">2026-09-29T14:21:25Z</dcterms:created>
  <dcterms:modified xsi:type="dcterms:W3CDTF">2026-09-29T14:22:41Z</dcterms:modified>
</cp:coreProperties>
</file>