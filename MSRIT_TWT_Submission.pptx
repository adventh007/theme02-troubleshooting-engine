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80" r:id="rId3"/>
    <p:sldId id="281" r:id="rId4"/>
    <p:sldId id="282" r:id="rId5"/>
    <p:sldId id="290" r:id="rId6"/>
    <p:sldId id="283" r:id="rId7"/>
    <p:sldId id="284" r:id="rId8"/>
    <p:sldId id="285" r:id="rId9"/>
    <p:sldId id="286" r:id="rId10"/>
    <p:sldId id="287" r:id="rId11"/>
    <p:sldId id="288" r:id="rId12"/>
    <p:sldId id="28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21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D3A9DF-1D1A-C154-A4E7-C323E78B78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62076109-83D5-4418-0BDB-80331C2AAC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74139E8-E5CF-981A-83E8-CB124EB64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E54C216-DE62-FF37-F87E-5BB102C97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057678A-95FD-6E6B-4C6C-4FF4FDC68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4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C0CFD8-A7C9-FAEC-A39F-BE554DAC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761E0EA-C3BB-2ABF-2FED-38361E1A8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BE47DCB-B6DB-DF32-EB57-B4538F7B4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1B65618-3107-2C3E-B1A3-E42D62FB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C90F3FC-1ED7-38B3-929A-343A6422A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459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959360E-9B6F-8214-5131-FDDEC895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9EB6FAA-4819-AA11-2AB5-6C5832FFF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4809CA0-87A6-A718-DE65-B67149E0C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7FAA28A-262D-AC5C-571D-FED4AB5FB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04192E7-E476-0921-5C7F-815489C47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8118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931F618-9AE2-0659-14BA-DD66BE026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AF06E29-1C77-9277-DCC3-9D18142A75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F8F59E0-6554-10EE-4DE5-D564884D4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CDA9EE1-51B8-6F03-DCAD-C7AD92DE4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4DB80A0-4192-ECFF-A24C-17340530D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60BE4ABB-B504-F325-B550-BC8072911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3294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C1E0718-3A97-20F1-1803-58778F644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30F1548A-925A-B134-8F7E-AB3560E57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CCA0E24D-92A4-C25F-3B7E-ACF3CD72B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5588D82D-B4D3-DBC2-B08B-CDB7CA744C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F30F0A33-6601-4789-086B-33BC9493C3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2D3C3C3-D161-819B-B03C-5AD5FB45C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EC95785E-3A74-59F1-428E-70B99FD26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5D7550C-FCBE-49C5-883A-D382E197F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3515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ACA96B1-D61B-9341-8D45-795E7D9F9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27798A04-3D17-2DFD-80B7-FB50C95E8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14348990-ADA5-EEC7-ADED-B27EB6D9F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D9AC9DB-DCD9-997C-ECB4-EB6A2588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206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22EEA3EF-2884-032D-739D-8E8F3BB2D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7D0F525-771F-B653-8AA4-7F21D275B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6B2795A-026D-7255-682C-D1032FF91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507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4758136-80A2-4133-23D2-4BF0732AC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B7EC72-4E52-862B-855A-93F310D64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5F2051EF-706C-677E-E084-ED428A7A2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F876200-0DD6-60FB-CCE3-F436AA392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90F3B6D-0978-5562-CBDF-C45AD5215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D5A918F-353B-9365-D415-62180FF56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5496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A44615-09A8-105B-92A9-8EA0AA550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570ECEF-B65F-10F3-6EED-7447864E671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628D997-0AE0-43F4-A4E9-4C67D089E5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32804419-3495-DCB4-50C1-E68AAEECE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409FD29-0936-7690-CF22-89458E7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6A66B1EE-C3A0-F826-3FA7-0D5F4AC6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3711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80994D-B9D5-422B-EAD0-53B1E6139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FAD68E6-E5CA-7F68-70D4-8AC381578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539EF81-0BA3-97AE-DCB1-1A5BE3AE4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B91095F-C34A-5541-B85F-BAB0544FD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D361146-6560-5081-A5DF-F909B5640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4827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835326F9-79AD-A794-7754-C41069A1C4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7792DA10-4977-FC9C-FAE2-A004847A8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DE19733-B409-E693-F11B-C65CC7D11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197070B-DBFE-AEBE-22F0-8E43318BB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0F01CF0-5CD8-062C-94F9-6B21F5BF4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61722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92D3D1-7FAA-3644-219C-C440B8195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BF8BFB5-13F3-3836-74F7-F2529EFD45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3C3E2B6-57D1-3589-C33F-044634958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98B0EF2-7856-00FE-5336-7F9F22541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2535B0C-D772-4DC4-0020-B2C9DC3B2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06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DB42ACBB-54CF-1572-36A7-9544654B8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9766A34-5D38-7E90-1685-0CCE3C96E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3F028ED-E567-17CE-1A29-BD500890A9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86424D-EEE6-4D9A-9B66-7A58F3431C1E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812B79B-1741-168B-941F-BA9F53A0A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D8053AA-C4CE-6F4C-D496-18E9CCC118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BCD02E-17EB-48FC-B128-3609653EEF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929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D24CF52-3C48-290A-5D36-A2FCE272C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71987"/>
            <a:ext cx="9144000" cy="2387600"/>
          </a:xfrm>
        </p:spPr>
        <p:txBody>
          <a:bodyPr/>
          <a:lstStyle/>
          <a:p>
            <a:r>
              <a:rPr lang="en-IN" dirty="0"/>
              <a:t>Smart Guided Troubleshooting Engine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0CAF00F2-6B37-10F9-744D-C1FB67442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075431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Samsung PRISM Generative AI Hackathon (3rd Edition 2026-27)</a:t>
            </a:r>
          </a:p>
          <a:p>
            <a:r>
              <a:rPr lang="en-IN" dirty="0"/>
              <a:t>Theme ID: Theme 02 | Team Name: TWT</a:t>
            </a:r>
          </a:p>
          <a:p>
            <a:r>
              <a:rPr lang="en-IN" dirty="0"/>
              <a:t>College: M. S. </a:t>
            </a:r>
            <a:r>
              <a:rPr lang="en-IN" dirty="0" err="1"/>
              <a:t>Ramaiah</a:t>
            </a:r>
            <a:r>
              <a:rPr lang="en-IN" dirty="0"/>
              <a:t> Institute of Technology (MSRIT)</a:t>
            </a:r>
          </a:p>
          <a:p>
            <a:r>
              <a:rPr lang="en-IN" dirty="0"/>
              <a:t>Members: </a:t>
            </a:r>
            <a:r>
              <a:rPr lang="en-IN" dirty="0" err="1"/>
              <a:t>Vedanth</a:t>
            </a:r>
            <a:r>
              <a:rPr lang="en-IN" dirty="0"/>
              <a:t> Ramesh, Sanjay </a:t>
            </a:r>
            <a:r>
              <a:rPr lang="en-IN" dirty="0" smtClean="0"/>
              <a:t>P Yadav, Yashwin Krishnaa, </a:t>
            </a:r>
            <a:r>
              <a:rPr lang="en-IN" dirty="0" err="1"/>
              <a:t>Vasanth</a:t>
            </a:r>
            <a:r>
              <a:rPr lang="en-IN" dirty="0"/>
              <a:t> Kumar</a:t>
            </a:r>
          </a:p>
          <a:p>
            <a:r>
              <a:rPr lang="en-IN" dirty="0"/>
              <a:t>GitHub: https://github.com/ADVENTH007/theme02-troubleshooting-engine</a:t>
            </a:r>
          </a:p>
        </p:txBody>
      </p:sp>
    </p:spTree>
    <p:extLst>
      <p:ext uri="{BB962C8B-B14F-4D97-AF65-F5344CB8AC3E}">
        <p14:creationId xmlns:p14="http://schemas.microsoft.com/office/powerpoint/2010/main" val="1458877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B62EB39-818B-BBBE-7C15-AEC585AF9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5E630C7-D8D5-07B1-DBFE-DC25EF2C46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83140"/>
            <a:ext cx="10515600" cy="45938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01. Problem &amp; Existing Solution Gaps</a:t>
            </a:r>
          </a:p>
          <a:p>
            <a:pPr marL="0" indent="0">
              <a:buNone/>
            </a:pPr>
            <a:r>
              <a:rPr lang="en-US" dirty="0" smtClean="0"/>
              <a:t>02. Solution &amp; Architecture</a:t>
            </a:r>
          </a:p>
          <a:p>
            <a:pPr marL="0" indent="0">
              <a:buNone/>
            </a:pPr>
            <a:r>
              <a:rPr lang="en-US" dirty="0" smtClean="0"/>
              <a:t>03</a:t>
            </a:r>
            <a:r>
              <a:rPr lang="en-US" dirty="0"/>
              <a:t>. Demo &amp; Product Walkthrough</a:t>
            </a:r>
          </a:p>
          <a:p>
            <a:pPr marL="0" indent="0">
              <a:buNone/>
            </a:pPr>
            <a:r>
              <a:rPr lang="en-US" dirty="0"/>
              <a:t>04. Tools &amp; Tech Stack</a:t>
            </a:r>
          </a:p>
          <a:p>
            <a:pPr marL="0" indent="0">
              <a:buNone/>
            </a:pPr>
            <a:r>
              <a:rPr lang="en-US" dirty="0"/>
              <a:t>05. Impact &amp; Use Cases</a:t>
            </a:r>
          </a:p>
          <a:p>
            <a:pPr marL="0" indent="0">
              <a:buNone/>
            </a:pPr>
            <a:r>
              <a:rPr lang="en-US" dirty="0" smtClean="0"/>
              <a:t>06. Innovation &amp; Results</a:t>
            </a:r>
          </a:p>
          <a:p>
            <a:pPr marL="0" indent="0">
              <a:buNone/>
            </a:pPr>
            <a:r>
              <a:rPr lang="en-US" dirty="0" smtClean="0"/>
              <a:t>07</a:t>
            </a:r>
            <a:r>
              <a:rPr lang="en-US" dirty="0"/>
              <a:t>. What's </a:t>
            </a:r>
            <a:r>
              <a:rPr lang="en-US" dirty="0" smtClean="0"/>
              <a:t>Next </a:t>
            </a:r>
          </a:p>
          <a:p>
            <a:pPr marL="0" indent="0">
              <a:buNone/>
            </a:pPr>
            <a:r>
              <a:rPr lang="en-US" dirty="0" smtClean="0"/>
              <a:t>08</a:t>
            </a:r>
            <a:r>
              <a:rPr lang="en-US" dirty="0"/>
              <a:t>. Differentiation (Brownie </a:t>
            </a:r>
            <a:r>
              <a:rPr lang="en-US" dirty="0" smtClean="0"/>
              <a:t>Points) </a:t>
            </a:r>
          </a:p>
          <a:p>
            <a:pPr marL="0" indent="0">
              <a:buNone/>
            </a:pPr>
            <a:r>
              <a:rPr lang="en-US" dirty="0" smtClean="0"/>
              <a:t>09</a:t>
            </a:r>
            <a:r>
              <a:rPr lang="en-US" dirty="0"/>
              <a:t>. Submission Checklist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4335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5E1119-C2D6-06AC-7719-9C86C9DC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Existing Solutions &amp; Technical Gaps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D94ECEB-C931-8E4C-9048-2437F5BAC3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Existing SIIS Context:</a:t>
            </a:r>
          </a:p>
          <a:p>
            <a:pPr marL="0" indent="0">
              <a:buNone/>
            </a:pPr>
            <a:r>
              <a:rPr lang="en-IN" dirty="0" smtClean="0"/>
              <a:t> - Samsung </a:t>
            </a:r>
            <a:r>
              <a:rPr lang="en-IN" dirty="0"/>
              <a:t>SIIS contains valuable, verified troubleshooting content for mobile/display devices.</a:t>
            </a:r>
          </a:p>
          <a:p>
            <a:endParaRPr lang="en-IN" dirty="0"/>
          </a:p>
          <a:p>
            <a:r>
              <a:rPr lang="en-IN" dirty="0"/>
              <a:t>Technical Gaps (Core Issues):</a:t>
            </a:r>
          </a:p>
          <a:p>
            <a:pPr marL="0" indent="0">
              <a:buNone/>
            </a:pPr>
            <a:r>
              <a:rPr lang="en-IN" dirty="0" smtClean="0"/>
              <a:t> 1</a:t>
            </a:r>
            <a:r>
              <a:rPr lang="en-IN" dirty="0"/>
              <a:t>. Unstructured &amp; Dense Raw HTML Format: SIIS knowledge responses exist as unparsed HTML text, requiring manual parsing and causing UI latency.</a:t>
            </a:r>
          </a:p>
          <a:p>
            <a:pPr marL="0" indent="0">
              <a:buNone/>
            </a:pPr>
            <a:r>
              <a:rPr lang="en-IN" dirty="0" smtClean="0"/>
              <a:t> 2</a:t>
            </a:r>
            <a:r>
              <a:rPr lang="en-IN" dirty="0"/>
              <a:t>. Lack of Deep Actionable Linking: Search solutions return full articles without isolating individual diagnostic steps or direct Bixby setting </a:t>
            </a:r>
            <a:r>
              <a:rPr lang="en-IN" dirty="0" err="1"/>
              <a:t>deeplinks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295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3DD3A6-43ED-6BDA-95DB-129CFB94D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Our Solution &amp; System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8D46C40-5D72-B5E4-899C-28E79730D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Solution Overview:</a:t>
            </a:r>
          </a:p>
          <a:p>
            <a:pPr marL="0" indent="0">
              <a:buNone/>
            </a:pPr>
            <a:r>
              <a:rPr lang="en-IN" dirty="0"/>
              <a:t>- High-performance </a:t>
            </a:r>
            <a:r>
              <a:rPr lang="en-IN" dirty="0" err="1"/>
              <a:t>FastAPI</a:t>
            </a:r>
            <a:r>
              <a:rPr lang="en-IN" dirty="0"/>
              <a:t> REST API parsing SIIS HTML into Goal/Action/</a:t>
            </a:r>
            <a:r>
              <a:rPr lang="en-IN" dirty="0" err="1"/>
              <a:t>StepGroup</a:t>
            </a:r>
            <a:r>
              <a:rPr lang="en-IN" dirty="0"/>
              <a:t> schemas and mapping queries to Bixby </a:t>
            </a:r>
            <a:r>
              <a:rPr lang="en-IN" dirty="0" err="1"/>
              <a:t>deeplinks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Architecture Flow:</a:t>
            </a:r>
          </a:p>
          <a:p>
            <a:pPr marL="0" indent="0">
              <a:buNone/>
            </a:pPr>
            <a:r>
              <a:rPr lang="en-IN" dirty="0"/>
              <a:t>- Input Layer: User query &amp; device context via JSON.</a:t>
            </a:r>
          </a:p>
          <a:p>
            <a:pPr marL="0" indent="0">
              <a:buNone/>
            </a:pPr>
            <a:r>
              <a:rPr lang="en-IN" dirty="0"/>
              <a:t>- Hybrid 3-Tier Matching Engine:</a:t>
            </a:r>
          </a:p>
          <a:p>
            <a:pPr marL="0" indent="0">
              <a:buNone/>
            </a:pPr>
            <a:r>
              <a:rPr lang="en-IN" dirty="0"/>
              <a:t>  * Tier 1: Exact Match (Hash/Exact phrase)</a:t>
            </a:r>
          </a:p>
          <a:p>
            <a:pPr marL="0" indent="0">
              <a:buNone/>
            </a:pPr>
            <a:r>
              <a:rPr lang="en-IN" dirty="0"/>
              <a:t>  * Tier 2: Semantic Match (all-MiniLM-L6-v2 vector </a:t>
            </a:r>
            <a:r>
              <a:rPr lang="en-IN" dirty="0" err="1"/>
              <a:t>embeddings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  * Tier 3: Lexical Match (TF-IDF &amp; </a:t>
            </a:r>
            <a:r>
              <a:rPr lang="en-IN" dirty="0" err="1"/>
              <a:t>difflib</a:t>
            </a:r>
            <a:r>
              <a:rPr lang="en-IN" dirty="0"/>
              <a:t> </a:t>
            </a:r>
            <a:r>
              <a:rPr lang="en-IN" dirty="0" err="1"/>
              <a:t>fallback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- Caching Layer: </a:t>
            </a:r>
            <a:r>
              <a:rPr lang="en-IN" dirty="0" err="1"/>
              <a:t>diskcache</a:t>
            </a:r>
            <a:r>
              <a:rPr lang="en-IN" dirty="0"/>
              <a:t> indexing for instant retrieval.</a:t>
            </a:r>
          </a:p>
        </p:txBody>
      </p:sp>
    </p:spTree>
    <p:extLst>
      <p:ext uri="{BB962C8B-B14F-4D97-AF65-F5344CB8AC3E}">
        <p14:creationId xmlns:p14="http://schemas.microsoft.com/office/powerpoint/2010/main" val="601813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685" y="259307"/>
            <a:ext cx="10754434" cy="6032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961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F9D6C7-8DAA-27A6-2246-152EDAC98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Demo &amp; Product Walkthrough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1ECEC60-1F39-BF9E-4F5B-35B101114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 smtClean="0"/>
              <a:t>GET </a:t>
            </a:r>
            <a:r>
              <a:rPr lang="en-IN" dirty="0"/>
              <a:t>/health: </a:t>
            </a:r>
            <a:r>
              <a:rPr lang="en-IN" dirty="0" err="1"/>
              <a:t>Healthcheck</a:t>
            </a:r>
            <a:r>
              <a:rPr lang="en-IN" dirty="0"/>
              <a:t> validation for server liveness.</a:t>
            </a:r>
          </a:p>
          <a:p>
            <a:r>
              <a:rPr lang="en-IN" dirty="0" smtClean="0"/>
              <a:t>POST </a:t>
            </a:r>
            <a:r>
              <a:rPr lang="en-IN" dirty="0"/>
              <a:t>/v1/troubleshoot: Receives query (e.g., 'My screen won't rotate').</a:t>
            </a:r>
          </a:p>
          <a:p>
            <a:r>
              <a:rPr lang="en-IN" dirty="0" smtClean="0"/>
              <a:t>Interactive </a:t>
            </a:r>
            <a:r>
              <a:rPr lang="en-IN" dirty="0"/>
              <a:t>Execution: Evaluators hit API via Swagger UI (/docs) or curl.</a:t>
            </a:r>
          </a:p>
          <a:p>
            <a:r>
              <a:rPr lang="en-IN" dirty="0" smtClean="0"/>
              <a:t>Structured </a:t>
            </a:r>
            <a:r>
              <a:rPr lang="en-IN" dirty="0"/>
              <a:t>JSON Output: Returns parsed step groups, direct bixby:// </a:t>
            </a:r>
            <a:r>
              <a:rPr lang="en-IN" dirty="0" err="1"/>
              <a:t>deeplinks</a:t>
            </a:r>
            <a:r>
              <a:rPr lang="en-IN" dirty="0"/>
              <a:t>, and latency metrics.</a:t>
            </a:r>
          </a:p>
        </p:txBody>
      </p:sp>
    </p:spTree>
    <p:extLst>
      <p:ext uri="{BB962C8B-B14F-4D97-AF65-F5344CB8AC3E}">
        <p14:creationId xmlns:p14="http://schemas.microsoft.com/office/powerpoint/2010/main" val="280057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0CD8078-B3E3-530F-BECB-709CC65A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Tools &amp; Tech 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BFB9CBC-E276-BEFE-F0E5-6C4A0E3BF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 smtClean="0"/>
              <a:t>Backend</a:t>
            </a:r>
            <a:r>
              <a:rPr lang="en-IN" dirty="0"/>
              <a:t>: Python 3.12, </a:t>
            </a:r>
            <a:r>
              <a:rPr lang="en-IN" dirty="0" err="1"/>
              <a:t>FastAPI</a:t>
            </a:r>
            <a:r>
              <a:rPr lang="en-IN" dirty="0"/>
              <a:t>, </a:t>
            </a:r>
            <a:r>
              <a:rPr lang="en-IN" dirty="0" err="1"/>
              <a:t>Uvicorn</a:t>
            </a:r>
            <a:endParaRPr lang="en-IN" dirty="0"/>
          </a:p>
          <a:p>
            <a:r>
              <a:rPr lang="en-IN" dirty="0" smtClean="0"/>
              <a:t>NLP </a:t>
            </a:r>
            <a:r>
              <a:rPr lang="en-IN" dirty="0"/>
              <a:t>&amp; Machine Learning: </a:t>
            </a:r>
            <a:r>
              <a:rPr lang="en-IN" dirty="0" err="1"/>
              <a:t>PyTorch</a:t>
            </a:r>
            <a:r>
              <a:rPr lang="en-IN" dirty="0"/>
              <a:t>, Sentence-Transformers (all-MiniLM-L6-v2)</a:t>
            </a:r>
          </a:p>
          <a:p>
            <a:r>
              <a:rPr lang="en-IN" dirty="0" err="1" smtClean="0"/>
              <a:t>Fallback</a:t>
            </a:r>
            <a:r>
              <a:rPr lang="en-IN" dirty="0" smtClean="0"/>
              <a:t> </a:t>
            </a:r>
            <a:r>
              <a:rPr lang="en-IN" dirty="0"/>
              <a:t>Search &amp; Parsing: </a:t>
            </a:r>
            <a:r>
              <a:rPr lang="en-IN" dirty="0" err="1"/>
              <a:t>scikit</a:t>
            </a:r>
            <a:r>
              <a:rPr lang="en-IN" dirty="0"/>
              <a:t>-learn (TF-IDF), BeautifulSoup4, Regex</a:t>
            </a:r>
          </a:p>
          <a:p>
            <a:r>
              <a:rPr lang="en-IN" dirty="0" smtClean="0"/>
              <a:t>Caching </a:t>
            </a:r>
            <a:r>
              <a:rPr lang="en-IN" dirty="0"/>
              <a:t>&amp; Performance: </a:t>
            </a:r>
            <a:r>
              <a:rPr lang="en-IN" dirty="0" err="1"/>
              <a:t>diskcache</a:t>
            </a:r>
            <a:endParaRPr lang="en-IN" dirty="0"/>
          </a:p>
          <a:p>
            <a:r>
              <a:rPr lang="en-IN" dirty="0" smtClean="0"/>
              <a:t>DevOps </a:t>
            </a:r>
            <a:r>
              <a:rPr lang="en-IN" dirty="0"/>
              <a:t>&amp; Deployment: Docker (baked </a:t>
            </a:r>
            <a:r>
              <a:rPr lang="en-IN" dirty="0" err="1"/>
              <a:t>embeddings</a:t>
            </a:r>
            <a:r>
              <a:rPr lang="en-IN" dirty="0"/>
              <a:t>), Git, GitHub</a:t>
            </a:r>
          </a:p>
        </p:txBody>
      </p:sp>
    </p:spTree>
    <p:extLst>
      <p:ext uri="{BB962C8B-B14F-4D97-AF65-F5344CB8AC3E}">
        <p14:creationId xmlns:p14="http://schemas.microsoft.com/office/powerpoint/2010/main" val="2303867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649F91F-E019-DAD0-1CAA-4FF5DF6A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Impact &amp; Use Cases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72387FB-45A7-570D-E1A5-CE2969C84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 smtClean="0"/>
              <a:t>Sub-Millisecond </a:t>
            </a:r>
            <a:r>
              <a:rPr lang="en-IN" dirty="0"/>
              <a:t>Speed: Latency reduced from 220ms (cold) to 0.48ms on cached runs.</a:t>
            </a:r>
          </a:p>
          <a:p>
            <a:r>
              <a:rPr lang="en-IN" dirty="0" smtClean="0"/>
              <a:t>Reduced </a:t>
            </a:r>
            <a:r>
              <a:rPr lang="en-IN" dirty="0"/>
              <a:t>Support Tickets: Resolves repetitive issues via automated step guidance.</a:t>
            </a:r>
          </a:p>
          <a:p>
            <a:r>
              <a:rPr lang="en-IN" dirty="0" smtClean="0"/>
              <a:t>Direct </a:t>
            </a:r>
            <a:r>
              <a:rPr lang="en-IN" dirty="0"/>
              <a:t>Execution: One-click bixby:// links replace manual menu navigation.</a:t>
            </a:r>
          </a:p>
          <a:p>
            <a:r>
              <a:rPr lang="en-IN" dirty="0" smtClean="0"/>
              <a:t>Zero </a:t>
            </a:r>
            <a:r>
              <a:rPr lang="en-IN" dirty="0"/>
              <a:t>Hallucinations: Grounded strictly in verified Samsung SIIS content.</a:t>
            </a:r>
          </a:p>
        </p:txBody>
      </p:sp>
    </p:spTree>
    <p:extLst>
      <p:ext uri="{BB962C8B-B14F-4D97-AF65-F5344CB8AC3E}">
        <p14:creationId xmlns:p14="http://schemas.microsoft.com/office/powerpoint/2010/main" val="1238261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459AD6-277F-7DA3-0C1D-5F268F28D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Innovation, Results &amp; Limitations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C0C8CE1-BE0E-EF07-D3D3-C6C8D5BDA6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Innovation Highlights:</a:t>
            </a:r>
          </a:p>
          <a:p>
            <a:pPr marL="0" indent="0">
              <a:buNone/>
            </a:pPr>
            <a:r>
              <a:rPr lang="en-IN" dirty="0" smtClean="0"/>
              <a:t> - </a:t>
            </a:r>
            <a:r>
              <a:rPr lang="en-IN" dirty="0"/>
              <a:t>Pre-warmed model weights baked into Docker build.</a:t>
            </a:r>
          </a:p>
          <a:p>
            <a:pPr marL="0" indent="0">
              <a:buNone/>
            </a:pPr>
            <a:r>
              <a:rPr lang="en-IN" dirty="0" smtClean="0"/>
              <a:t> - </a:t>
            </a:r>
            <a:r>
              <a:rPr lang="en-IN" dirty="0"/>
              <a:t>3-tier </a:t>
            </a:r>
            <a:r>
              <a:rPr lang="en-IN" dirty="0" err="1"/>
              <a:t>fallback</a:t>
            </a:r>
            <a:r>
              <a:rPr lang="en-IN" dirty="0"/>
              <a:t> safety net for offline durability.</a:t>
            </a:r>
          </a:p>
          <a:p>
            <a:endParaRPr lang="en-IN" dirty="0"/>
          </a:p>
          <a:p>
            <a:r>
              <a:rPr lang="en-IN" dirty="0"/>
              <a:t>Observed Results:</a:t>
            </a:r>
          </a:p>
          <a:p>
            <a:pPr marL="0" indent="0">
              <a:buNone/>
            </a:pPr>
            <a:r>
              <a:rPr lang="en-IN" dirty="0" smtClean="0"/>
              <a:t> - </a:t>
            </a:r>
            <a:r>
              <a:rPr lang="en-IN" dirty="0"/>
              <a:t>0.48ms cached latency &amp; 100% schema compliance.</a:t>
            </a:r>
          </a:p>
          <a:p>
            <a:endParaRPr lang="en-IN" dirty="0"/>
          </a:p>
          <a:p>
            <a:r>
              <a:rPr lang="en-IN" dirty="0"/>
              <a:t>Limitations:</a:t>
            </a:r>
          </a:p>
          <a:p>
            <a:pPr marL="0" indent="0">
              <a:buNone/>
            </a:pPr>
            <a:r>
              <a:rPr lang="en-IN" dirty="0" smtClean="0"/>
              <a:t> - </a:t>
            </a:r>
            <a:r>
              <a:rPr lang="en-IN" dirty="0"/>
              <a:t>Currently focused on device/display settings; requires expanded rule sets </a:t>
            </a:r>
            <a:r>
              <a:rPr lang="en-IN" dirty="0" smtClean="0"/>
              <a:t>  for </a:t>
            </a:r>
            <a:r>
              <a:rPr lang="en-IN" dirty="0"/>
              <a:t>hardware diagnostics.</a:t>
            </a:r>
          </a:p>
        </p:txBody>
      </p:sp>
    </p:spTree>
    <p:extLst>
      <p:ext uri="{BB962C8B-B14F-4D97-AF65-F5344CB8AC3E}">
        <p14:creationId xmlns:p14="http://schemas.microsoft.com/office/powerpoint/2010/main" val="4110733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CD6C45-5792-D034-BFD8-89D0D0A4F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What's Next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DC70A2A-49A1-8CC8-0CB4-F604D5719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 smtClean="0"/>
              <a:t>Multi-Device </a:t>
            </a:r>
            <a:r>
              <a:rPr lang="en-IN" dirty="0" err="1"/>
              <a:t>IoT</a:t>
            </a:r>
            <a:r>
              <a:rPr lang="en-IN" dirty="0"/>
              <a:t> Expansion: Integrate SmartThings and wearables content.</a:t>
            </a:r>
          </a:p>
          <a:p>
            <a:r>
              <a:rPr lang="en-IN" dirty="0" smtClean="0"/>
              <a:t>Edge </a:t>
            </a:r>
            <a:r>
              <a:rPr lang="en-IN" dirty="0"/>
              <a:t>Quantization: Convert </a:t>
            </a:r>
            <a:r>
              <a:rPr lang="en-IN" dirty="0" err="1"/>
              <a:t>embeddings</a:t>
            </a:r>
            <a:r>
              <a:rPr lang="en-IN" dirty="0"/>
              <a:t> model to ONNX/</a:t>
            </a:r>
            <a:r>
              <a:rPr lang="en-IN" dirty="0" err="1"/>
              <a:t>CoreML</a:t>
            </a:r>
            <a:r>
              <a:rPr lang="en-IN" dirty="0"/>
              <a:t> for on-device mobile inference.</a:t>
            </a:r>
          </a:p>
          <a:p>
            <a:r>
              <a:rPr lang="en-IN" dirty="0" smtClean="0"/>
              <a:t>Multilingual </a:t>
            </a:r>
            <a:r>
              <a:rPr lang="en-IN" dirty="0"/>
              <a:t>Support: Add local language translations for global Bixby actions.</a:t>
            </a:r>
          </a:p>
          <a:p>
            <a:r>
              <a:rPr lang="en-IN" dirty="0" smtClean="0"/>
              <a:t>Enterprise </a:t>
            </a:r>
            <a:r>
              <a:rPr lang="en-IN" dirty="0"/>
              <a:t>CI/CD Pipeline: Automated sync with SIIS content updates.</a:t>
            </a:r>
          </a:p>
        </p:txBody>
      </p:sp>
    </p:spTree>
    <p:extLst>
      <p:ext uri="{BB962C8B-B14F-4D97-AF65-F5344CB8AC3E}">
        <p14:creationId xmlns:p14="http://schemas.microsoft.com/office/powerpoint/2010/main" val="606432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54C9FD-940F-9DDF-9B37-CA93ECB9C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Differentiation (Brownie Points)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38F3860-F97B-DED4-CA03-177FAB256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 smtClean="0"/>
              <a:t>Static </a:t>
            </a:r>
            <a:r>
              <a:rPr lang="en-IN" dirty="0"/>
              <a:t>SIIS Articles: Raw HTML, slow reading, no direct actions.</a:t>
            </a:r>
          </a:p>
          <a:p>
            <a:r>
              <a:rPr lang="en-IN" dirty="0" smtClean="0"/>
              <a:t>Generic </a:t>
            </a:r>
            <a:r>
              <a:rPr lang="en-IN" dirty="0"/>
              <a:t>AI </a:t>
            </a:r>
            <a:r>
              <a:rPr lang="en-IN" dirty="0" err="1"/>
              <a:t>Chatbots</a:t>
            </a:r>
            <a:r>
              <a:rPr lang="en-IN" dirty="0"/>
              <a:t>: Unstructured text, hallucination risk, high cloud API latency.</a:t>
            </a:r>
          </a:p>
          <a:p>
            <a:r>
              <a:rPr lang="en-IN" dirty="0" smtClean="0"/>
              <a:t>Our </a:t>
            </a:r>
            <a:r>
              <a:rPr lang="en-IN" dirty="0"/>
              <a:t>Smart Guided Engine:</a:t>
            </a:r>
          </a:p>
          <a:p>
            <a:pPr marL="0" indent="0">
              <a:buNone/>
            </a:pPr>
            <a:r>
              <a:rPr lang="en-IN" dirty="0" smtClean="0"/>
              <a:t> </a:t>
            </a:r>
            <a:r>
              <a:rPr lang="en-IN" dirty="0"/>
              <a:t>* Validated Step-Group </a:t>
            </a:r>
            <a:r>
              <a:rPr lang="en-IN" dirty="0" smtClean="0"/>
              <a:t>JSON</a:t>
            </a:r>
          </a:p>
          <a:p>
            <a:pPr marL="0" indent="0">
              <a:buNone/>
            </a:pPr>
            <a:r>
              <a:rPr lang="en-IN" dirty="0" smtClean="0"/>
              <a:t> </a:t>
            </a:r>
            <a:r>
              <a:rPr lang="en-IN" dirty="0"/>
              <a:t>* 100% Grounded &amp; Deterministic</a:t>
            </a:r>
          </a:p>
          <a:p>
            <a:pPr marL="0" indent="0">
              <a:buNone/>
            </a:pPr>
            <a:r>
              <a:rPr lang="en-IN" dirty="0" smtClean="0"/>
              <a:t> </a:t>
            </a:r>
            <a:r>
              <a:rPr lang="en-IN" dirty="0"/>
              <a:t>* Actionable bixby:// </a:t>
            </a:r>
            <a:r>
              <a:rPr lang="en-IN" dirty="0" err="1"/>
              <a:t>Deeplinks</a:t>
            </a:r>
            <a:endParaRPr lang="en-IN" dirty="0"/>
          </a:p>
          <a:p>
            <a:pPr marL="0" indent="0">
              <a:buNone/>
            </a:pPr>
            <a:r>
              <a:rPr lang="en-IN" dirty="0" smtClean="0"/>
              <a:t> </a:t>
            </a:r>
            <a:r>
              <a:rPr lang="en-IN" dirty="0"/>
              <a:t>* Sub-Millisecond Speed (0.48ms)</a:t>
            </a:r>
          </a:p>
        </p:txBody>
      </p:sp>
    </p:spTree>
    <p:extLst>
      <p:ext uri="{BB962C8B-B14F-4D97-AF65-F5344CB8AC3E}">
        <p14:creationId xmlns:p14="http://schemas.microsoft.com/office/powerpoint/2010/main" val="1823140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66F7E97-8FE8-D154-9095-8D4268890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Submission Readiness Checklist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B3BCDB1-F70A-8443-AA69-5011E23D0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smtClean="0"/>
              <a:t>[ ] </a:t>
            </a:r>
            <a:r>
              <a:rPr lang="en-IN" dirty="0"/>
              <a:t>Working Prototype Code: Public GitHub repository uploaded.</a:t>
            </a:r>
          </a:p>
          <a:p>
            <a:pPr marL="0" indent="0">
              <a:buNone/>
            </a:pPr>
            <a:r>
              <a:rPr lang="en-IN" dirty="0" smtClean="0"/>
              <a:t>[</a:t>
            </a:r>
            <a:r>
              <a:rPr lang="en-IN" dirty="0"/>
              <a:t> </a:t>
            </a:r>
            <a:r>
              <a:rPr lang="en-IN" dirty="0" smtClean="0"/>
              <a:t>] </a:t>
            </a:r>
            <a:r>
              <a:rPr lang="en-IN" dirty="0"/>
              <a:t>Reproducible Build: </a:t>
            </a:r>
            <a:r>
              <a:rPr lang="en-IN" dirty="0" err="1"/>
              <a:t>Dockerfile</a:t>
            </a:r>
            <a:r>
              <a:rPr lang="en-IN" dirty="0"/>
              <a:t> with INSTALL_EMBEDDINGS=true.</a:t>
            </a:r>
          </a:p>
          <a:p>
            <a:pPr marL="0" indent="0">
              <a:buNone/>
            </a:pPr>
            <a:r>
              <a:rPr lang="en-IN" dirty="0" smtClean="0"/>
              <a:t>[ ] </a:t>
            </a:r>
            <a:r>
              <a:rPr lang="en-IN" dirty="0"/>
              <a:t>Documentation: Full README.md with setup instructions.</a:t>
            </a:r>
          </a:p>
          <a:p>
            <a:pPr marL="0" indent="0">
              <a:buNone/>
            </a:pPr>
            <a:r>
              <a:rPr lang="en-IN" dirty="0" smtClean="0"/>
              <a:t>[ ] </a:t>
            </a:r>
            <a:r>
              <a:rPr lang="en-IN" dirty="0"/>
              <a:t>Video Demo: 5-minute technical presentation prepared.</a:t>
            </a:r>
          </a:p>
          <a:p>
            <a:pPr marL="0" indent="0">
              <a:buNone/>
            </a:pPr>
            <a:r>
              <a:rPr lang="en-IN" dirty="0" smtClean="0"/>
              <a:t>[ ] </a:t>
            </a:r>
            <a:r>
              <a:rPr lang="en-IN" dirty="0"/>
              <a:t>Presentation: Finalized 11-slide deck formatted.</a:t>
            </a:r>
          </a:p>
        </p:txBody>
      </p:sp>
    </p:spTree>
    <p:extLst>
      <p:ext uri="{BB962C8B-B14F-4D97-AF65-F5344CB8AC3E}">
        <p14:creationId xmlns:p14="http://schemas.microsoft.com/office/powerpoint/2010/main" val="695893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673</Words>
  <Application>Microsoft Office PowerPoint</Application>
  <PresentationFormat>Widescreen</PresentationFormat>
  <Paragraphs>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Smart Guided Troubleshooting Engine</vt:lpstr>
      <vt:lpstr>Agenda</vt:lpstr>
      <vt:lpstr>Existing Solutions &amp; Technical Gaps</vt:lpstr>
      <vt:lpstr>Our Solution &amp; System Architecture</vt:lpstr>
      <vt:lpstr>PowerPoint Presentation</vt:lpstr>
      <vt:lpstr>Demo &amp; Product Walkthrough</vt:lpstr>
      <vt:lpstr>Tools &amp; Tech Stack</vt:lpstr>
      <vt:lpstr>Impact &amp; Use Cases</vt:lpstr>
      <vt:lpstr>Innovation, Results &amp; Limitations</vt:lpstr>
      <vt:lpstr>What's Next</vt:lpstr>
      <vt:lpstr>Differentiation (Brownie Points)</vt:lpstr>
      <vt:lpstr>Submission Readiness Checklist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Guided Troubleshooting Engine</dc:title>
  <dc:creator>vedanthrcia@outlook.com</dc:creator>
  <cp:lastModifiedBy>HP</cp:lastModifiedBy>
  <cp:revision>7</cp:revision>
  <dcterms:created xsi:type="dcterms:W3CDTF">2026-09-29T14:21:25Z</dcterms:created>
  <dcterms:modified xsi:type="dcterms:W3CDTF">2026-09-29T17:01:09Z</dcterms:modified>
</cp:coreProperties>
</file>